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771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" cy="685800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95528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 KHULNA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55280" y="4370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1732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331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220  ·  OOP SESSIONAL-II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60120" y="27432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Phone Book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5200" dirty="0"/>
          </a:p>
        </p:txBody>
      </p:sp>
      <p:sp>
        <p:nvSpPr>
          <p:cNvPr id="10" name="Text 6"/>
          <p:cNvSpPr/>
          <p:nvPr/>
        </p:nvSpPr>
        <p:spPr>
          <a:xfrm>
            <a:off x="1005840" y="4526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dark-mode contact manager built in Java &amp; Swing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1005840" y="5440680"/>
            <a:ext cx="6583680" cy="82296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005840" y="5440680"/>
            <a:ext cx="91440" cy="82296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234440" y="5440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Mahmud Hassan Abir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1072420005101014   ·   Section CSE 4A</a:t>
            </a:r>
            <a:endParaRPr lang="en-US" sz="1800" dirty="0"/>
          </a:p>
        </p:txBody>
      </p:sp>
      <p:sp>
        <p:nvSpPr>
          <p:cNvPr id="40" name="Presented To Block"/>
          <p:cNvSpPr/>
          <p:nvPr/>
        </p:nvSpPr>
        <p:spPr>
          <a:xfrm>
            <a:off x="7560000" y="4900000"/>
            <a:ext cx="3960000" cy="1440000"/>
          </a:xfrm>
          <a:prstGeom prst="roundRect">
            <a:avLst>
              <a:gd name="adj" fmla="val 9000"/>
            </a:avLst>
          </a:prstGeom>
          <a:solidFill>
            <a:srgbClr val="E0A93B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spc="200" dirty="0">
                <a:solidFill>
                  <a:srgbClr val="16233F"/>
                </a:solidFill>
                <a:latin typeface="Calibri" pitchFamily="34" charset="0"/>
              </a:rPr>
              <a:t>PRESENTED TO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16233F"/>
                </a:solidFill>
                <a:latin typeface="Calibri" pitchFamily="34" charset="0"/>
              </a:rPr>
              <a:t>Rohul Amin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3A4B6B"/>
                </a:solidFill>
                <a:latin typeface="Calibri" pitchFamily="34" charset="0"/>
              </a:rPr>
              <a:t>Lecturer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6C2F4A-D973-931B-A42D-B745AE57B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67" y="1901232"/>
            <a:ext cx="1840865" cy="1948392"/>
          </a:xfrm>
          <a:prstGeom prst="rect">
            <a:avLst/>
          </a:prstGeom>
        </p:spPr>
      </p:pic>
      <p:sp>
        <p:nvSpPr>
          <p:cNvPr id="9001" name="Footer 1"/>
          <p:cNvSpPr txBox="1"/>
          <p:nvPr/>
        </p:nvSpPr>
        <p:spPr>
          <a:xfrm>
            <a:off x="3096000" y="642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B9C4D6"/>
                </a:solidFill>
                <a:latin typeface="Calibri"/>
              </a:rPr>
              <a:t>The Phone Book Application  ·  Page 1</a:t>
            </a:r>
          </a:p>
        </p:txBody>
      </p:sp>
      <p:sp>
        <p:nvSpPr>
          <p:cNvPr id="9101" name="DateFooter 1"/>
          <p:cNvSpPr txBox="1"/>
          <p:nvPr/>
        </p:nvSpPr>
        <p:spPr>
          <a:xfrm>
            <a:off x="610000" y="6420000"/>
            <a:ext cx="2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B9C4D6"/>
                </a:solidFill>
                <a:latin typeface="Calibri"/>
              </a:rPr>
              <a:t>June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502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contact manager has to juggle four things at once: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5257800" cy="9144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7432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48840" y="26243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kinds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2148840" y="31729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5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and a company line are described differently — yet share a list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46520" y="233172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46520" y="2331720"/>
            <a:ext cx="5257800" cy="9144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7432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0" y="26243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persist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7680960" y="31729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5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is useless if it vanishes when the program closes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14400" y="429768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4400" y="4297680"/>
            <a:ext cx="5257800" cy="9144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7091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48840" y="45902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Pleasant to use</a:t>
            </a:r>
            <a:endParaRPr lang="en-US" sz="2300" dirty="0"/>
          </a:p>
        </p:txBody>
      </p:sp>
      <p:sp>
        <p:nvSpPr>
          <p:cNvPr id="21" name="Text 16"/>
          <p:cNvSpPr/>
          <p:nvPr/>
        </p:nvSpPr>
        <p:spPr>
          <a:xfrm>
            <a:off x="2148840" y="513892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5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console won't do; it needs a real interface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446520" y="429768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446520" y="4297680"/>
            <a:ext cx="5257800" cy="9144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70916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0" y="45902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find</a:t>
            </a:r>
            <a:endParaRPr lang="en-US" sz="2300" dirty="0"/>
          </a:p>
        </p:txBody>
      </p:sp>
      <p:sp>
        <p:nvSpPr>
          <p:cNvPr id="26" name="Text 20"/>
          <p:cNvSpPr/>
          <p:nvPr/>
        </p:nvSpPr>
        <p:spPr>
          <a:xfrm>
            <a:off x="7680960" y="513892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5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grow fast and must stay quick to search</a:t>
            </a:r>
            <a:endParaRPr lang="en-US" sz="1600" dirty="0"/>
          </a:p>
        </p:txBody>
      </p:sp>
      <p:sp>
        <p:nvSpPr>
          <p:cNvPr id="9002" name="Footer 2"/>
          <p:cNvSpPr txBox="1"/>
          <p:nvPr/>
        </p:nvSpPr>
        <p:spPr>
          <a:xfrm>
            <a:off x="3096000" y="642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5A6473"/>
                </a:solidFill>
                <a:latin typeface="Calibri"/>
              </a:rPr>
              <a:t>The Phone Book Application  ·  Page 2</a:t>
            </a:r>
          </a:p>
        </p:txBody>
      </p:sp>
      <p:sp>
        <p:nvSpPr>
          <p:cNvPr id="9102" name="DateFooter 2"/>
          <p:cNvSpPr txBox="1"/>
          <p:nvPr/>
        </p:nvSpPr>
        <p:spPr>
          <a:xfrm>
            <a:off x="610000" y="6420000"/>
            <a:ext cx="2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5A6473"/>
                </a:solidFill>
                <a:latin typeface="Calibri"/>
              </a:rPr>
              <a:t>June 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502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3520440" cy="178308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777240" cy="178308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6563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874520" y="2715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personal or business contact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36008" y="1965960"/>
            <a:ext cx="3520440" cy="178308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36008" y="1965960"/>
            <a:ext cx="777240" cy="1783080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6563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96128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5596128" y="2715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list live as you type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357616" y="1965960"/>
            <a:ext cx="3520440" cy="178308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57616" y="1965960"/>
            <a:ext cx="777240" cy="178308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65633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17736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9317736" y="2715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or update a contact's number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14400" y="3977640"/>
            <a:ext cx="3520440" cy="178308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14400" y="3977640"/>
            <a:ext cx="777240" cy="178308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66801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74520" y="4251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2300" dirty="0"/>
          </a:p>
        </p:txBody>
      </p:sp>
      <p:sp>
        <p:nvSpPr>
          <p:cNvPr id="24" name="Text 18"/>
          <p:cNvSpPr/>
          <p:nvPr/>
        </p:nvSpPr>
        <p:spPr>
          <a:xfrm>
            <a:off x="1874520" y="47274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contact after confirming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636008" y="3977640"/>
            <a:ext cx="3520440" cy="178308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636008" y="3977640"/>
            <a:ext cx="777240" cy="1783080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4668012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96128" y="4251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All</a:t>
            </a:r>
            <a:endParaRPr lang="en-US" sz="2300" dirty="0"/>
          </a:p>
        </p:txBody>
      </p:sp>
      <p:sp>
        <p:nvSpPr>
          <p:cNvPr id="29" name="Text 22"/>
          <p:cNvSpPr/>
          <p:nvPr/>
        </p:nvSpPr>
        <p:spPr>
          <a:xfrm>
            <a:off x="5596128" y="47274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filter and list everyone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357616" y="3977640"/>
            <a:ext cx="3520440" cy="178308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57616" y="3977640"/>
            <a:ext cx="777240" cy="1783080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784" y="4668012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17736" y="4251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Auto-Save</a:t>
            </a:r>
            <a:endParaRPr lang="en-US" sz="2300" dirty="0"/>
          </a:p>
        </p:txBody>
      </p:sp>
      <p:sp>
        <p:nvSpPr>
          <p:cNvPr id="34" name="Text 26"/>
          <p:cNvSpPr/>
          <p:nvPr/>
        </p:nvSpPr>
        <p:spPr>
          <a:xfrm>
            <a:off x="9317736" y="47274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disk after every change</a:t>
            </a:r>
            <a:endParaRPr lang="en-US" sz="1600" dirty="0"/>
          </a:p>
        </p:txBody>
      </p:sp>
      <p:sp>
        <p:nvSpPr>
          <p:cNvPr id="9003" name="Footer 3"/>
          <p:cNvSpPr txBox="1"/>
          <p:nvPr/>
        </p:nvSpPr>
        <p:spPr>
          <a:xfrm>
            <a:off x="3096000" y="642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B9C4D6"/>
                </a:solidFill>
                <a:latin typeface="Calibri"/>
              </a:rPr>
              <a:t>The Phone Book Application  ·  Page 3</a:t>
            </a:r>
          </a:p>
        </p:txBody>
      </p:sp>
      <p:sp>
        <p:nvSpPr>
          <p:cNvPr id="9103" name="DateFooter 3"/>
          <p:cNvSpPr txBox="1"/>
          <p:nvPr/>
        </p:nvSpPr>
        <p:spPr>
          <a:xfrm>
            <a:off x="610000" y="6420000"/>
            <a:ext cx="2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B9C4D6"/>
                </a:solidFill>
                <a:latin typeface="Calibri"/>
              </a:rPr>
              <a:t>June 9,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502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small files, split into a model, a contract, and a view.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3383280" cy="64008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(abstract)</a:t>
            </a:r>
            <a:endParaRPr lang="en-US" sz="19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PersonalContact</a:t>
            </a:r>
            <a:endParaRPr lang="en-US" sz="19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BusinessContact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617720" y="2468880"/>
            <a:ext cx="3383280" cy="640080"/>
          </a:xfrm>
          <a:prstGeom prst="rect">
            <a:avLst/>
          </a:prstGeom>
          <a:solidFill>
            <a:srgbClr val="C882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17720" y="310896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33832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PhoneBookOperations</a:t>
            </a:r>
            <a:endParaRPr lang="en-US" sz="19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(interface)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321040" y="2468880"/>
            <a:ext cx="3383280" cy="64008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2104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321040" y="310896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95360" y="33832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PhoneBookGUI</a:t>
            </a:r>
            <a:endParaRPr lang="en-US" sz="19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(Swing window + logic)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078224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781544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55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are stored as a single list of the abstract type, so personal and business entries live together and are treated uniformly.</a:t>
            </a:r>
            <a:endParaRPr lang="en-US" sz="1700" dirty="0"/>
          </a:p>
        </p:txBody>
      </p:sp>
      <p:sp>
        <p:nvSpPr>
          <p:cNvPr id="9004" name="Footer 4"/>
          <p:cNvSpPr txBox="1"/>
          <p:nvPr/>
        </p:nvSpPr>
        <p:spPr>
          <a:xfrm>
            <a:off x="3096000" y="642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5A6473"/>
                </a:solidFill>
                <a:latin typeface="Calibri"/>
              </a:rPr>
              <a:t>The Phone Book Application  ·  Page 4</a:t>
            </a:r>
          </a:p>
        </p:txBody>
      </p:sp>
      <p:sp>
        <p:nvSpPr>
          <p:cNvPr id="9104" name="DateFooter 4"/>
          <p:cNvSpPr txBox="1"/>
          <p:nvPr/>
        </p:nvSpPr>
        <p:spPr>
          <a:xfrm>
            <a:off x="610000" y="6420000"/>
            <a:ext cx="2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5A6473"/>
                </a:solidFill>
                <a:latin typeface="Calibri"/>
              </a:rPr>
              <a:t>June 9,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502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Pillars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0607040" cy="768096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914400" cy="768096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0756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874520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846320" y="1874520"/>
            <a:ext cx="6492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is abstract &amp; PhoneBookOperations is an interface — the what, not the how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2752344"/>
            <a:ext cx="10607040" cy="768096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14400" y="2752344"/>
            <a:ext cx="914400" cy="768096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95351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752344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846320" y="2752344"/>
            <a:ext cx="6492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PersonalContact &amp; BusinessContact extend Contact and reuse it via super(...)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14400" y="3630168"/>
            <a:ext cx="10607040" cy="768096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14400" y="3630168"/>
            <a:ext cx="914400" cy="768096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83133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3630168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4846320" y="3630168"/>
            <a:ext cx="6492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overrides getContactDetails() — the right one runs automatically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14400" y="4507992"/>
            <a:ext cx="10607040" cy="768096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14400" y="4507992"/>
            <a:ext cx="914400" cy="768096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7091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11680" y="450799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4846320" y="4507992"/>
            <a:ext cx="6492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reached only through getters and setters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914400" y="5385816"/>
            <a:ext cx="10607040" cy="768096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14400" y="5385816"/>
            <a:ext cx="914400" cy="768096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558698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011680" y="5385816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2100" dirty="0"/>
          </a:p>
        </p:txBody>
      </p:sp>
      <p:sp>
        <p:nvSpPr>
          <p:cNvPr id="29" name="Text 22"/>
          <p:cNvSpPr/>
          <p:nvPr/>
        </p:nvSpPr>
        <p:spPr>
          <a:xfrm>
            <a:off x="4846320" y="5385816"/>
            <a:ext cx="6492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lets the whole contact list save to and load from a file</a:t>
            </a:r>
            <a:endParaRPr lang="en-US" sz="1600" dirty="0"/>
          </a:p>
        </p:txBody>
      </p:sp>
      <p:sp>
        <p:nvSpPr>
          <p:cNvPr id="9005" name="Footer 5"/>
          <p:cNvSpPr txBox="1"/>
          <p:nvPr/>
        </p:nvSpPr>
        <p:spPr>
          <a:xfrm>
            <a:off x="3096000" y="642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B9C4D6"/>
                </a:solidFill>
                <a:latin typeface="Calibri"/>
              </a:rPr>
              <a:t>The Phone Book Application  ·  Page 5</a:t>
            </a:r>
          </a:p>
        </p:txBody>
      </p:sp>
      <p:sp>
        <p:nvSpPr>
          <p:cNvPr id="9105" name="DateFooter 5"/>
          <p:cNvSpPr txBox="1"/>
          <p:nvPr/>
        </p:nvSpPr>
        <p:spPr>
          <a:xfrm>
            <a:off x="610000" y="6420000"/>
            <a:ext cx="2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B9C4D6"/>
                </a:solidFill>
                <a:latin typeface="Calibri"/>
              </a:rPr>
              <a:t>June 9,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502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SPOTLIGHT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Call, Two Behaviours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method call gives a different result depending on the object — that is polymorphism.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6766560" cy="3977640"/>
          </a:xfrm>
          <a:prstGeom prst="rect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6766560" cy="109728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6217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F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Contact {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abstract String getContactDetails();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F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F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PersonalContact extends Contact {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8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getContactDetails() {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8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"[Personal] ...";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8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F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F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BusinessContact extends Contact {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8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getContactDetails() {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8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"[Business] ...";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8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F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01000" y="242316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6974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968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PersonalContact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7532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5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“[Personal] Name … | Relation …”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0" y="434340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6177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6968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BusinessContact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27532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5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“[Business] Name … | Company …”</a:t>
            </a:r>
            <a:endParaRPr lang="en-US" sz="1500" dirty="0"/>
          </a:p>
        </p:txBody>
      </p:sp>
      <p:sp>
        <p:nvSpPr>
          <p:cNvPr id="9006" name="Footer 6"/>
          <p:cNvSpPr txBox="1"/>
          <p:nvPr/>
        </p:nvSpPr>
        <p:spPr>
          <a:xfrm>
            <a:off x="3096000" y="642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5A6473"/>
                </a:solidFill>
                <a:latin typeface="Calibri"/>
              </a:rPr>
              <a:t>The Phone Book Application  ·  Page 6</a:t>
            </a:r>
          </a:p>
        </p:txBody>
      </p:sp>
      <p:sp>
        <p:nvSpPr>
          <p:cNvPr id="9106" name="DateFooter 6"/>
          <p:cNvSpPr txBox="1"/>
          <p:nvPr/>
        </p:nvSpPr>
        <p:spPr>
          <a:xfrm>
            <a:off x="610000" y="6420000"/>
            <a:ext cx="2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5A6473"/>
                </a:solidFill>
                <a:latin typeface="Calibri"/>
              </a:rPr>
              <a:t>June 9,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502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Dark-Mode Dashboard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4572000" cy="4480560"/>
          </a:xfrm>
          <a:prstGeom prst="rect">
            <a:avLst/>
          </a:prstGeom>
          <a:solidFill>
            <a:srgbClr val="1E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4572000" cy="1051560"/>
          </a:xfrm>
          <a:prstGeom prst="rect">
            <a:avLst/>
          </a:prstGeom>
          <a:solidFill>
            <a:srgbClr val="141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0391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Book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8720" y="2532888"/>
            <a:ext cx="4023360" cy="292608"/>
          </a:xfrm>
          <a:prstGeom prst="rect">
            <a:avLst/>
          </a:prstGeom>
          <a:solidFill>
            <a:srgbClr val="2D3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98448" y="2532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Labib Sir   ·  01329611192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3447288"/>
            <a:ext cx="4023360" cy="0"/>
          </a:xfrm>
          <a:prstGeom prst="line">
            <a:avLst/>
          </a:prstGeom>
          <a:noFill/>
          <a:ln w="6350">
            <a:solidFill>
              <a:srgbClr val="333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3474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Safwan   ·  01300000001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3904488"/>
            <a:ext cx="4023360" cy="0"/>
          </a:xfrm>
          <a:prstGeom prst="line">
            <a:avLst/>
          </a:prstGeom>
          <a:noFill/>
          <a:ln w="6350">
            <a:solidFill>
              <a:srgbClr val="333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Tamin   ·  01300000002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88720" y="4361688"/>
            <a:ext cx="4023360" cy="0"/>
          </a:xfrm>
          <a:prstGeom prst="line">
            <a:avLst/>
          </a:prstGeom>
          <a:noFill/>
          <a:ln w="6350">
            <a:solidFill>
              <a:srgbClr val="333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4389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Mithila   ·  01300000005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5029200"/>
            <a:ext cx="1920240" cy="4572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720" y="5029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5029200"/>
            <a:ext cx="1920240" cy="457200"/>
          </a:xfrm>
          <a:prstGeom prst="rect">
            <a:avLst/>
          </a:prstGeom>
          <a:solidFill>
            <a:srgbClr val="007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5029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88720" y="5596128"/>
            <a:ext cx="1920240" cy="457200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8872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5596128"/>
            <a:ext cx="1920240" cy="4572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228600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20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regions: header, list, action bar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20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filters as you type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20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buttons for each action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20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 prompt guards deletion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20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a starter list on first run</a:t>
            </a:r>
            <a:endParaRPr lang="en-US" sz="2000" dirty="0"/>
          </a:p>
        </p:txBody>
      </p:sp>
      <p:sp>
        <p:nvSpPr>
          <p:cNvPr id="9007" name="Footer 7"/>
          <p:cNvSpPr txBox="1"/>
          <p:nvPr/>
        </p:nvSpPr>
        <p:spPr>
          <a:xfrm>
            <a:off x="3096000" y="642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B9C4D6"/>
                </a:solidFill>
                <a:latin typeface="Calibri"/>
              </a:rPr>
              <a:t>The Phone Book Application  ·  Page 7</a:t>
            </a:r>
          </a:p>
        </p:txBody>
      </p:sp>
      <p:sp>
        <p:nvSpPr>
          <p:cNvPr id="9107" name="DateFooter 7"/>
          <p:cNvSpPr txBox="1"/>
          <p:nvPr/>
        </p:nvSpPr>
        <p:spPr>
          <a:xfrm>
            <a:off x="610000" y="6420000"/>
            <a:ext cx="2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B9C4D6"/>
                </a:solidFill>
                <a:latin typeface="Calibri"/>
              </a:rPr>
              <a:t>June 9,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1F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502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&amp; Roadmap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5120640" cy="64008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Limits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are matched by name, so duplicates clash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basic required-field checks, no format rules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 is plain and unencrypted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 on one machine, no sync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5120640" cy="640080"/>
          </a:xfrm>
          <a:prstGeom prst="rect">
            <a:avLst/>
          </a:prstGeom>
          <a:solidFill>
            <a:srgbClr val="C882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Ahead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7889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IDs to handle same-name contacts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plus email &amp; address fields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favourites and sorting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flat file for a small database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between devices</a:t>
            </a:r>
            <a:endParaRPr lang="en-US" sz="1800" dirty="0"/>
          </a:p>
        </p:txBody>
      </p:sp>
      <p:sp>
        <p:nvSpPr>
          <p:cNvPr id="9008" name="Footer 8"/>
          <p:cNvSpPr txBox="1"/>
          <p:nvPr/>
        </p:nvSpPr>
        <p:spPr>
          <a:xfrm>
            <a:off x="3096000" y="642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5A6473"/>
                </a:solidFill>
                <a:latin typeface="Calibri"/>
              </a:rPr>
              <a:t>The Phone Book Application  ·  Page 8</a:t>
            </a:r>
          </a:p>
        </p:txBody>
      </p:sp>
      <p:sp>
        <p:nvSpPr>
          <p:cNvPr id="9108" name="DateFooter 8"/>
          <p:cNvSpPr txBox="1"/>
          <p:nvPr/>
        </p:nvSpPr>
        <p:spPr>
          <a:xfrm>
            <a:off x="610000" y="6420000"/>
            <a:ext cx="2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5A6473"/>
                </a:solidFill>
                <a:latin typeface="Calibri"/>
              </a:rPr>
              <a:t>June 9,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29639" y="411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Thoughts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127379" y="2500884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but complete contact manager that makes the pillars of OOP concrete — abstraction, inheritance, polymorphism, encapsulation, and persistence — all behind a clean dark-mode interface.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009" name="Footer 9"/>
          <p:cNvSpPr txBox="1"/>
          <p:nvPr/>
        </p:nvSpPr>
        <p:spPr>
          <a:xfrm>
            <a:off x="3096000" y="6420000"/>
            <a:ext cx="60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B9C4D6"/>
                </a:solidFill>
                <a:latin typeface="Calibri"/>
              </a:rPr>
              <a:t>The Phone Book Application  ·  Page 9</a:t>
            </a:r>
          </a:p>
        </p:txBody>
      </p:sp>
      <p:sp>
        <p:nvSpPr>
          <p:cNvPr id="9109" name="DateFooter 9"/>
          <p:cNvSpPr txBox="1"/>
          <p:nvPr/>
        </p:nvSpPr>
        <p:spPr>
          <a:xfrm>
            <a:off x="610000" y="6420000"/>
            <a:ext cx="2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B9C4D6"/>
                </a:solidFill>
                <a:latin typeface="Calibri"/>
              </a:rPr>
              <a:t>June 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659</Words>
  <Application>Microsoft Office PowerPoint</Application>
  <PresentationFormat>Widescreen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Phone Book Application</dc:title>
  <dc:subject>PptxGenJS Presentation</dc:subject>
  <dc:creator>Mahmud Hassan Abir</dc:creator>
  <cp:lastModifiedBy>USER</cp:lastModifiedBy>
  <cp:revision>2</cp:revision>
  <dcterms:created xsi:type="dcterms:W3CDTF">2026-06-08T14:35:49Z</dcterms:created>
  <dcterms:modified xsi:type="dcterms:W3CDTF">2026-06-09T14:02:12Z</dcterms:modified>
</cp:coreProperties>
</file>